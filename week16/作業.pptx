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63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F0C7FB-0C3B-3DFD-3378-A868164A1B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7337706-C3A3-161F-0F8C-3D6BD91343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B2BDD10-2F5A-3A36-EA67-95D5E077F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A333D-2DA6-4EE7-88E9-CEEF5FE8FE66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ABE54E3-C947-2CE0-E9C6-4E626B217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CF6BC28-89FE-B42A-09BB-F42919B6B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BCEF-5D09-423E-895A-AFCF58F10C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4969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997D9D-B2CB-7080-905C-98A57CEF30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48FCC3CD-B2A7-0359-DE0A-B00620136C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39CC1578-B498-76A0-3A44-41F2030921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A333D-2DA6-4EE7-88E9-CEEF5FE8FE66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FAC43B7-5121-1D74-587B-874F84A25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F635DD5-3D9D-540E-2591-49B9CBD54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BCEF-5D09-423E-895A-AFCF58F10C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231862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7903129-5116-0A79-8235-8F66B3FC4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7B422179-F16B-BDCA-053D-756AFD76716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15DC54B-2637-2AD3-ED8E-11AA810DF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A333D-2DA6-4EE7-88E9-CEEF5FE8FE66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4A3BAA-4547-3607-C075-4D4CAFEA19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D17498C-36EE-A50F-BCB1-73E1ECBAD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BCEF-5D09-423E-895A-AFCF58F10C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62826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BB332E3-9109-A882-4F0E-10CAB9334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A46B268-248B-F73E-4808-32D7408531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D1502B7A-95D4-F9A5-7FEC-39336A5E08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09F0FFF8-EA98-8691-9DB7-45034A2D95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A333D-2DA6-4EE7-88E9-CEEF5FE8FE66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BF61F5-7C6F-186A-D7E2-4EBD9ACADD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87DF25-944A-B39A-E0FC-C15AB1520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BCEF-5D09-423E-895A-AFCF58F10C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50269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C01DC4F-7563-9CC3-53E3-0A7B311B5A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E63256D-DA4D-8C2B-CF56-93838B7E87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96C0ECF-E790-9ADE-3265-B95A1AB0532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0594E233-F32C-579F-73F0-20A896ED9B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B5BD49A7-CDE6-0838-1468-EF8509491E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3EBCC24-A8C5-B42A-D1C0-6CD343BA0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A333D-2DA6-4EE7-88E9-CEEF5FE8FE66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CB38C338-9067-9304-3BF8-068ED9E9D2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F2E14B0F-ED27-A6CB-37ED-C418C430D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BCEF-5D09-423E-895A-AFCF58F10C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13221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7915D09-E90B-7858-D01A-733BC6568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46FAADB-8493-566B-93BF-B645999581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A333D-2DA6-4EE7-88E9-CEEF5FE8FE66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2C400E44-93A0-D82D-81B0-C396C1C8B1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E7D01DDE-DFF5-0512-1F33-187949103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BCEF-5D09-423E-895A-AFCF58F10C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101330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FDB85A3-6A8C-74DF-BB5E-8A1F2474D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A333D-2DA6-4EE7-88E9-CEEF5FE8FE66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7A268A8-43A1-74FA-4649-5290A1DCF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664935B-95A7-84A6-67CE-2B2E568C7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BCEF-5D09-423E-895A-AFCF58F10C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850253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C48F878-2D47-BAB7-5937-5194662A18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D4F3B92-2669-697F-F488-8F1C73D73F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2486C83C-5834-96C9-2BF8-FC01E0536E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85B156DF-24CB-36B8-253B-04B24B722D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A333D-2DA6-4EE7-88E9-CEEF5FE8FE66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1A39F7E-5A67-2D84-2D39-D449D628E6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68BC8D5-FDB7-B036-986B-3D9582AE33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BCEF-5D09-423E-895A-AFCF58F10C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6020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C8A9428-38D6-20DD-ABA4-FDDDCE5CF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43783F86-5860-366B-B113-942F06D268F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4F49238-3AB5-F599-CF1F-1D3A82DDD8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7508918-6C5F-88F7-3D71-0803CF0371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A333D-2DA6-4EE7-88E9-CEEF5FE8FE66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999B8E9-7A32-A595-937F-95C2EA793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FF34821-E1C3-1CEE-87A1-710F3D32D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BCEF-5D09-423E-895A-AFCF58F10C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45311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DA1C861-3FC3-9EEE-93D6-F4EFC0988C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6CCBDF1-30AC-7688-4DBA-58F33F2A1E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648D421-DEC0-DF82-6B7C-DB8AE7486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A333D-2DA6-4EE7-88E9-CEEF5FE8FE66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8E8637B-BFE9-D7BB-BC9D-5474463699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BB62F69-AFAB-50F2-7CD5-B727F2C3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BCEF-5D09-423E-895A-AFCF58F10C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669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775D97BD-D79B-89C2-241D-D5E981FA8C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2EB7C5E-DA74-77B7-57ED-12F637A87E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0B43E2E-ECF0-3D85-9754-5463E541C8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3A333D-2DA6-4EE7-88E9-CEEF5FE8FE66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3992C78-8A6F-3297-E3FA-87884073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E21E43D-F40B-A434-08A2-3BD83AE86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6BCEF-5D09-423E-895A-AFCF58F10C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532697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01DEDEC3-F605-BF22-02FB-F7B69ADF6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198E667-D558-7592-7D0C-5AF81378FD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36425D3-82B0-9027-6309-BE9FD598342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3A333D-2DA6-4EE7-88E9-CEEF5FE8FE66}" type="datetimeFigureOut">
              <a:rPr lang="zh-TW" altLang="en-US" smtClean="0"/>
              <a:t>2026/6/9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76F560-78A9-1D8B-A7D6-7D3FC70A2C7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093749-8A7C-B139-031D-E60A88E48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6BCEF-5D09-423E-895A-AFCF58F10C3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682846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1A4EC0B-D99E-E97A-208A-5B720C48691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D34FC81-3D68-914A-6BED-198E5F94D9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09081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DBD8BBE-51DB-14B4-9FED-F6B82CA14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743"/>
            <a:ext cx="12192000" cy="6842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8522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98E88BD8-5598-027A-5A33-D8662EB637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176" y="2871709"/>
            <a:ext cx="10545647" cy="1114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619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</Words>
  <Application>Microsoft Office PowerPoint</Application>
  <PresentationFormat>寬螢幕</PresentationFormat>
  <Paragraphs>1</Paragraphs>
  <Slides>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佈景主題</vt:lpstr>
      <vt:lpstr>作業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Teacher</dc:creator>
  <cp:lastModifiedBy>Teacher</cp:lastModifiedBy>
  <cp:revision>1</cp:revision>
  <dcterms:created xsi:type="dcterms:W3CDTF">2026-06-09T07:13:42Z</dcterms:created>
  <dcterms:modified xsi:type="dcterms:W3CDTF">2026-06-09T07:13:49Z</dcterms:modified>
</cp:coreProperties>
</file>